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&amp; Compliance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PRL Site Solutions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workforce clearly.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F5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Chaos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 juggle dozens of spreadsheets across teams, creating data silos and version conflicts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6459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leads to expired documents, missed renewals, and risk of non-compliance fines up to £20,000+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6459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Timesheets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timesheets processed manually every Friday. Staff overwhelmed, errors inevitable, billing delayed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459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0" y="16459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3544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31089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billing causes missed hours, incorrect rates, and lost revenue averaging 3-5% of turnover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 is growing every day.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6304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103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entire contractor lifecycle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5F8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32461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2461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5F8C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2461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A3E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32461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5F8C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32461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55480" y="3108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0A3E0"/>
          </a:solidFill>
          <a:ln/>
        </p:spPr>
      </p:sp>
      <p:sp>
        <p:nvSpPr>
          <p:cNvPr id="23" name="Text 21"/>
          <p:cNvSpPr/>
          <p:nvPr/>
        </p:nvSpPr>
        <p:spPr>
          <a:xfrm>
            <a:off x="9555480" y="3108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4572000"/>
            <a:ext cx="7616952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4663440"/>
            <a:ext cx="7068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UK recruitment agencies.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spreadsheets, paper forms, and manual processes with a single, intelligent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from onboarding to offboarding with centralised profiles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 risk scoring, auto-expiry alerts, configurable checklists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Assignments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drag-and-drop board for contractor placement and tracking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Timesheets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self-service, auto-overtime, UK bank holiday detection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3840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💷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1772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 from approved timesheets, Sage CSV export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3840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36676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analytics, anomaly detection, actionable insights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That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Auto-expiry detection with configurable lead times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 across all contractors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compliance checklists per 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IR35 determination and status tracking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with remediation guidance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and audit trail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renewal reminders via email and PWA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1645920"/>
            <a:ext cx="4114800" cy="4114800"/>
          </a:xfrm>
          <a:prstGeom prst="roundRect">
            <a:avLst>
              <a:gd name="adj" fmla="val 3333"/>
            </a:avLst>
          </a:prstGeom>
          <a:solidFill>
            <a:srgbClr val="005F8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011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7315200" y="3291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Reimagined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Self-Service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timesheets via mobile PWA - no app download needed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9164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554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Grouping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weekly grouping with configurable week start 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4612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Auto-Overtime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overtime calculation with UK bank holiday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24612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108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Exception-Based Approval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flagged timesheets need manual review - save hours weekly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80060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663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166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tracked with timestamps, user IDs, and approval chain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6634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800600"/>
            <a:ext cx="73152" cy="9144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663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Multi-Rate Support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5166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standard, overtime, weekend, and holiday rates per assignment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"Friday timesheet panic is over."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approved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33856" y="2194560"/>
            <a:ext cx="5486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auto-generated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33856" y="3017520"/>
            <a:ext cx="5486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matching (PO / Timesheet / Invoice)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33856" y="3840480"/>
            <a:ext cx="5486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CSV export for accounts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33856" y="4663440"/>
            <a:ext cx="54864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983480"/>
            <a:ext cx="502920" cy="50292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dashboards with variance alerts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164592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2468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invoice creation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billing discrepancies early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spend visibility per client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3977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alerts flag anomalies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480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Sage 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4983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without the AI price tag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Contractor Matching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contractors to assignments based on skills, availability, compliance status, and historical performance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compliance gaps before they happen. Identify at-risk contractors and proactive interventions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566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timesheet patterns, billing discrepancies, and compliance deviations automatically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22860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972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3268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566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Dashboard-driven analytics with drill-down reports. Export to PDF or share with stakeholders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Self-Service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- No App Store Needed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200400" cy="38404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286000"/>
            <a:ext cx="2926080" cy="34747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46888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306324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Timesheet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365760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425196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251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484632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846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Submission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weekly entry with smart defaults and auto-save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or file upload for certificates and IDs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compliance status and upcoming expiries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800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contact details, skills, and availability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5303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5623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approvals, expiries, and new assignments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Ready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Quality Management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40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NCR/CAPA Register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Non-conformance and corrective action tracking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240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conduct, and track audit findings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240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6676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Identify, assess, and mitigate organisational risks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review meetings with action tracking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4206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1772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Policy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with version history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0" y="4206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3E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36676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Improvement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track improvement initiatives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from day one. No separate QMS software needed.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performance in production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32104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49840" y="228600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4984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241280" y="33832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4846320"/>
            <a:ext cx="7616952" cy="1097280"/>
          </a:xfrm>
          <a:prstGeom prst="roundRect">
            <a:avLst>
              <a:gd name="adj" fmla="val 8333"/>
            </a:avLst>
          </a:prstGeom>
          <a:solidFill>
            <a:srgbClr val="005F8C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4846320"/>
            <a:ext cx="7616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Real data. Real results.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contractors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compliance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800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303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651760" cy="4846320"/>
          </a:xfrm>
          <a:prstGeom prst="roundRect">
            <a:avLst>
              <a:gd name="adj" fmla="val 4138"/>
            </a:avLst>
          </a:prstGeom>
          <a:solidFill>
            <a:srgbClr val="005F8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CCCCCC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1887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£599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3832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contractors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611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suite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617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5120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30936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contractors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Professional features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QMS module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4800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5303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235440" y="1554480"/>
            <a:ext cx="2651760" cy="45720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2354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3544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£1,499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235440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6404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our platform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6404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contractors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6404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Enterprise features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64040" y="4800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&amp; branding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64040" y="5303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PRL Site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10360152" cy="438912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A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645920" y="2286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5F8C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in 3 days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45920" y="29718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5F8C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971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320 contractors across 12 companies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64592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5F8C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657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audit-ready with full QMS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45920" y="43434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5F8C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4343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manual spreadsheets entirely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45920" y="5029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5F8C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5029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50292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85% compliance confidence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32720" y="5029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A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 Site Solutions  |  Live since 2025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1920240"/>
            <a:ext cx="1097280" cy="109728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PRISM in action with your data. 30-minute walkthrough with our team.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23560" y="1920240"/>
            <a:ext cx="1097280" cy="1097280"/>
          </a:xfrm>
          <a:prstGeom prst="ellipse">
            <a:avLst/>
          </a:prstGeom>
          <a:solidFill>
            <a:srgbClr val="005F8C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access. No credit card required. Import your contractors and 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72600" y="192024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setup with data migration, training, and go-live support.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0" y="5486400"/>
            <a:ext cx="8531352" cy="914400"/>
          </a:xfrm>
          <a:prstGeom prst="roundRect">
            <a:avLst>
              <a:gd name="adj" fmla="val 8000"/>
            </a:avLst>
          </a:prstGeom>
          <a:solidFill>
            <a:srgbClr val="00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5486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hello@prlsitesolutions.co.uk  |  prlsitesolutions.co.uk  |  0333 XXX XXXX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F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workforce clearly through every PRISM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5788152" cy="2011680"/>
          </a:xfrm>
          <a:prstGeom prst="roundRect">
            <a:avLst>
              <a:gd name="adj" fmla="val 5455"/>
            </a:avLst>
          </a:prstGeom>
          <a:solidFill>
            <a:srgbClr val="004A6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40233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 Site Solutions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4480560"/>
            <a:ext cx="5788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hello@prlsitesolutions.co.uk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prlsitesolutions.co.uk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0333 XXX XXXX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PRL Site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- Workforce Intelligence &amp; Compliance Platform</dc:title>
  <dc:subject>PRISM Pitch Deck</dc:subject>
  <dc:creator>PRL Site Solutions</dc:creator>
  <cp:lastModifiedBy>PRL Site Solutions</cp:lastModifiedBy>
  <cp:revision>1</cp:revision>
  <dcterms:created xsi:type="dcterms:W3CDTF">2026-03-24T14:48:29Z</dcterms:created>
  <dcterms:modified xsi:type="dcterms:W3CDTF">2026-03-24T14:48:29Z</dcterms:modified>
</cp:coreProperties>
</file>